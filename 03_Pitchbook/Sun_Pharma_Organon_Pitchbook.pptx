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blissful-compassionate-clarke/mnt/Fin new Projects/Project 2 - Sun Pharma-Organon MA/06_Visuals/logos/su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531358" cy="7132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08760" y="78638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acquire</a:t>
            </a:r>
            <a:endParaRPr lang="en-US" sz="1400" dirty="0"/>
          </a:p>
        </p:txBody>
      </p:sp>
      <p:pic>
        <p:nvPicPr>
          <p:cNvPr id="4" name="Image 1" descr="/sessions/blissful-compassionate-clarke/mnt/Fin new Projects/Project 2 - Sun Pharma-Organon MA/06_Visuals/logos/organo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694944"/>
            <a:ext cx="2710501" cy="42062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40080" y="22860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Acquisition of Organon &amp; Co.</a:t>
            </a:r>
            <a:endParaRPr lang="en-US" sz="4400" dirty="0"/>
          </a:p>
        </p:txBody>
      </p:sp>
      <p:sp>
        <p:nvSpPr>
          <p:cNvPr id="6" name="Text 2"/>
          <p:cNvSpPr/>
          <p:nvPr/>
        </p:nvSpPr>
        <p:spPr>
          <a:xfrm>
            <a:off x="640080" y="3291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Banking Pitchbook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640080" y="4114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$14.00 / share</a:t>
            </a:r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      $11.75bn enterprise value</a:t>
            </a:r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      All-cash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BB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prepared for educational purposes only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1097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29184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Summary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 Pharma – Organon Acquisition Analysis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0" y="6437376"/>
            <a:ext cx="3959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Educational  ·  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Acquirer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0" y="13716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 Pharmaceutical Industries (NSE: SUNPHARMA)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84708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0" y="18470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Organon &amp; Co. (NYSE: OGN)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32257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0" y="232257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$14.00 / share, 100% cash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79806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value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0" y="279806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~$11.75bn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27355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Equity value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00400" y="32735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~$3.65bn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749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00400" y="37490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$12bn committed bridge + ~$2.25bn cash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422452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leverage at close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00400" y="422452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~2.3x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470001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fee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00400" y="470001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$120m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517550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close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00400" y="517550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2027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589520" y="1371600"/>
            <a:ext cx="4114800" cy="18288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0" y="15087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 VIEW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72400" y="18288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PROCEED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7772400" y="25146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 on diligence &amp; financing execution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680960" y="36576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6.2x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7680960" y="427939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 / EBITDA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784080" y="36576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~15–20%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9784080" y="427939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Disc. to DCF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680960" y="48463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5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+60%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7680960" y="546811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Yr-1 EPS accretion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784080" y="48463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~2.3x</a:t>
            </a:r>
            <a:endParaRPr lang="en-US" sz="3000" dirty="0"/>
          </a:p>
        </p:txBody>
      </p:sp>
      <p:sp>
        <p:nvSpPr>
          <p:cNvPr id="35" name="Text 33"/>
          <p:cNvSpPr/>
          <p:nvPr/>
        </p:nvSpPr>
        <p:spPr>
          <a:xfrm>
            <a:off x="9784080" y="546811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leverage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1097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29184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Deal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 Pharma – Organon Acquisition Analysis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0" y="6437376"/>
            <a:ext cx="3959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Educational  ·  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Highlights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35661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Top-25 global pharma; ~$12.4bn revenue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Women's health + top-10 biosimilars platform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~6.2x entry multiple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China (~$800m) &amp; Korea entry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297680" y="13716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5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creation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297680" y="1828800"/>
            <a:ext cx="35661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 ~$1.9bn EBITDA below intrinsic value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$350m cost synergies (2–4 yrs)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Deleverage on Organon's strong FCF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~+60% Year-1 EPS accretion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046720" y="13716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risks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046720" y="1828800"/>
            <a:ext cx="35661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Established-brands secular decline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Refinancing the ~$9.5bn bridge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Nexplanon sales-practice probe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Biosimilar price erosion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1097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29184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Large, Steady Market — With Faster Pockets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 Pharma – Organon Acquisition Analysis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0" y="6437376"/>
            <a:ext cx="3959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Educational  ·  4</a:t>
            </a:r>
            <a:endParaRPr lang="en-US" sz="800" dirty="0"/>
          </a:p>
        </p:txBody>
      </p:sp>
      <p:pic>
        <p:nvPicPr>
          <p:cNvPr id="6" name="Image 0" descr="/sessions/blissful-compassionate-clarke/mnt/Fin new Projects/Project 2 - Sun Pharma-Organon MA/06_Visuals/ch2_fig1_pharma_mar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554480"/>
            <a:ext cx="5577840" cy="3027970"/>
          </a:xfrm>
          <a:prstGeom prst="rect">
            <a:avLst/>
          </a:prstGeom>
        </p:spPr>
      </p:pic>
      <p:pic>
        <p:nvPicPr>
          <p:cNvPr id="7" name="Image 1" descr="/sessions/blissful-compassionate-clarke/mnt/Fin new Projects/Project 2 - Sun Pharma-Organon MA/06_Visuals/ch2_fig3_cag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554480"/>
            <a:ext cx="5577840" cy="302797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53949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pharma ~$1.77T (2025) growing ~6%; biosimilars (~11%) and emerging markets (~10%) are the engines.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1097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29184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Organon Straddles Growth and Decline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 Pharma – Organon Acquisition Analysis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0" y="6437376"/>
            <a:ext cx="3959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Educational  ·  5</a:t>
            </a:r>
            <a:endParaRPr lang="en-US" sz="800" dirty="0"/>
          </a:p>
        </p:txBody>
      </p:sp>
      <p:pic>
        <p:nvPicPr>
          <p:cNvPr id="6" name="Image 0" descr="/sessions/blissful-compassionate-clarke/mnt/Fin new Projects/Project 2 - Sun Pharma-Organon MA/06_Visuals/ch2_fig2_growth_marke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554480"/>
            <a:ext cx="5577840" cy="3027970"/>
          </a:xfrm>
          <a:prstGeom prst="rect">
            <a:avLst/>
          </a:prstGeom>
        </p:spPr>
      </p:pic>
      <p:pic>
        <p:nvPicPr>
          <p:cNvPr id="7" name="Image 1" descr="/sessions/blissful-compassionate-clarke/mnt/Fin new Projects/Project 2 - Sun Pharma-Organon MA/06_Visuals/ch2_fig4_organon_mi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554480"/>
            <a:ext cx="5577840" cy="302797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53949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~60% of Organon revenue is in structurally declining Established Brands; the growth markets are the smaller ~40%.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1097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ACQUIRER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29184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 Pharma — Growth, Low-Cost, Net Cash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 Pharma – Organon Acquisition Analysis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0" y="6437376"/>
            <a:ext cx="3959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Educational  ·  6</a:t>
            </a:r>
            <a:endParaRPr lang="en-US" sz="800" dirty="0"/>
          </a:p>
        </p:txBody>
      </p:sp>
      <p:pic>
        <p:nvPicPr>
          <p:cNvPr id="6" name="Image 0" descr="/sessions/blissful-compassionate-clarke/mnt/Fin new Projects/Project 2 - Sun Pharma-Organon MA/06_Visuals/logos/sun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73152"/>
            <a:ext cx="374675" cy="502920"/>
          </a:xfrm>
          <a:prstGeom prst="rect">
            <a:avLst/>
          </a:prstGeom>
        </p:spPr>
      </p:pic>
      <p:pic>
        <p:nvPicPr>
          <p:cNvPr id="7" name="Image 1" descr="/sessions/blissful-compassionate-clarke/mnt/Fin new Projects/Project 2 - Sun Pharma-Organon MA/06_Visuals/ch3_fig1_sun_ge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554480"/>
            <a:ext cx="5852160" cy="317688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15544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~$6.2bn</a:t>
            </a:r>
            <a:endParaRPr lang="en-US" sz="3000" dirty="0"/>
          </a:p>
        </p:txBody>
      </p:sp>
      <p:sp>
        <p:nvSpPr>
          <p:cNvPr id="9" name="Text 5"/>
          <p:cNvSpPr/>
          <p:nvPr/>
        </p:nvSpPr>
        <p:spPr>
          <a:xfrm>
            <a:off x="548640" y="21762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FY25 revenue (+9%)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3383280" y="15544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~29%</a:t>
            </a:r>
            <a:endParaRPr lang="en-US" sz="3000" dirty="0"/>
          </a:p>
        </p:txBody>
      </p:sp>
      <p:sp>
        <p:nvSpPr>
          <p:cNvPr id="11" name="Text 7"/>
          <p:cNvSpPr/>
          <p:nvPr/>
        </p:nvSpPr>
        <p:spPr>
          <a:xfrm>
            <a:off x="3383280" y="217627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 margin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48640" y="28346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~$3.1bn</a:t>
            </a:r>
            <a:endParaRPr lang="en-US" sz="3000" dirty="0"/>
          </a:p>
        </p:txBody>
      </p:sp>
      <p:sp>
        <p:nvSpPr>
          <p:cNvPr id="13" name="Text 9"/>
          <p:cNvSpPr/>
          <p:nvPr/>
        </p:nvSpPr>
        <p:spPr>
          <a:xfrm>
            <a:off x="548640" y="34564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cash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383280" y="28346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54.5%</a:t>
            </a:r>
            <a:endParaRPr lang="en-US" sz="3000" dirty="0"/>
          </a:p>
        </p:txBody>
      </p:sp>
      <p:sp>
        <p:nvSpPr>
          <p:cNvPr id="15" name="Text 11"/>
          <p:cNvSpPr/>
          <p:nvPr/>
        </p:nvSpPr>
        <p:spPr>
          <a:xfrm>
            <a:off x="3383280" y="34564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Promoter holding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548640" y="4023360"/>
            <a:ext cx="5212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India's largest pharma; low-cost, API-integrated manufacturing.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specialty franchise (Ilumya, Winlevi, Cequa).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emerging-market distribution.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1097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29184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Organon — Cash-Generative, Levered, in Transition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 Pharma – Organon Acquisition Analysis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0" y="6437376"/>
            <a:ext cx="3959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Educational  ·  7</a:t>
            </a:r>
            <a:endParaRPr lang="en-US" sz="800" dirty="0"/>
          </a:p>
        </p:txBody>
      </p:sp>
      <p:pic>
        <p:nvPicPr>
          <p:cNvPr id="6" name="Image 0" descr="/sessions/blissful-compassionate-clarke/mnt/Fin new Projects/Project 2 - Sun Pharma-Organon MA/06_Visuals/logos/organon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0" y="128016"/>
            <a:ext cx="2121262" cy="329184"/>
          </a:xfrm>
          <a:prstGeom prst="rect">
            <a:avLst/>
          </a:prstGeom>
        </p:spPr>
      </p:pic>
      <p:pic>
        <p:nvPicPr>
          <p:cNvPr id="7" name="Image 1" descr="/sessions/blissful-compassionate-clarke/mnt/Fin new Projects/Project 2 - Sun Pharma-Organon MA/06_Visuals/ch2_fig4_organon_mi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554480"/>
            <a:ext cx="5852160" cy="317688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15544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$6.2bn</a:t>
            </a:r>
            <a:endParaRPr lang="en-US" sz="3000" dirty="0"/>
          </a:p>
        </p:txBody>
      </p:sp>
      <p:sp>
        <p:nvSpPr>
          <p:cNvPr id="9" name="Text 5"/>
          <p:cNvSpPr/>
          <p:nvPr/>
        </p:nvSpPr>
        <p:spPr>
          <a:xfrm>
            <a:off x="548640" y="21762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FY25 revenue (−3%)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3383280" y="15544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30.7%</a:t>
            </a:r>
            <a:endParaRPr lang="en-US" sz="3000" dirty="0"/>
          </a:p>
        </p:txBody>
      </p:sp>
      <p:sp>
        <p:nvSpPr>
          <p:cNvPr id="11" name="Text 7"/>
          <p:cNvSpPr/>
          <p:nvPr/>
        </p:nvSpPr>
        <p:spPr>
          <a:xfrm>
            <a:off x="3383280" y="217627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Adj. EBITDA margin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48640" y="28346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~$8.1bn</a:t>
            </a:r>
            <a:endParaRPr lang="en-US" sz="3000" dirty="0"/>
          </a:p>
        </p:txBody>
      </p:sp>
      <p:sp>
        <p:nvSpPr>
          <p:cNvPr id="13" name="Text 9"/>
          <p:cNvSpPr/>
          <p:nvPr/>
        </p:nvSpPr>
        <p:spPr>
          <a:xfrm>
            <a:off x="548640" y="34564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debt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383280" y="28346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~$0.9-1.0bn</a:t>
            </a:r>
            <a:endParaRPr lang="en-US" sz="3000" dirty="0"/>
          </a:p>
        </p:txBody>
      </p:sp>
      <p:sp>
        <p:nvSpPr>
          <p:cNvPr id="15" name="Text 11"/>
          <p:cNvSpPr/>
          <p:nvPr/>
        </p:nvSpPr>
        <p:spPr>
          <a:xfrm>
            <a:off x="3383280" y="34564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FCF / yr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48640" y="4023360"/>
            <a:ext cx="5212080" cy="17373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7" name="Text 13"/>
          <p:cNvSpPr/>
          <p:nvPr/>
        </p:nvSpPr>
        <p:spPr>
          <a:xfrm>
            <a:off x="685800" y="41148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flag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85800" y="4434840"/>
            <a:ext cx="49377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 2025: CEO resigned amid an Audit Committee probe into Nexplanon channel-stuffing — a diligence and reps-and-warranties issue.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1097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RATIONALE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29184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Sun Buys · Why Organon Sells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 Pharma – Organon Acquisition Analysis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0" y="6437376"/>
            <a:ext cx="3959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Educational  ·  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Sun Pharma buys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5394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to top-25 global pharma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commercial platform + women's health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Top-10 biosimilars, faster than building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China / Korea market entry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Cheap ~6.2x entry multiple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309360" y="13716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Organon sells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09360" y="1828800"/>
            <a:ext cx="53949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Depressed equity from debt + dividend cut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All-cash certainty for holders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vacuum after CEO exit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 a better owner of the assets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521208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Synergies:  Cost &gt;$350m (2–4 yrs)  ·  Revenue (China/EM cross-sell)  ·  Financial/tax (interest shield, USD match)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1097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SYNERGIES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29184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Synergy Build &amp; Deleveraging Path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 Pharma – Organon Acquisition Analysis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0" y="6437376"/>
            <a:ext cx="3959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Educational  ·  9</a:t>
            </a:r>
            <a:endParaRPr lang="en-US" sz="800" dirty="0"/>
          </a:p>
        </p:txBody>
      </p:sp>
      <p:pic>
        <p:nvPicPr>
          <p:cNvPr id="6" name="Image 0" descr="/sessions/blissful-compassionate-clarke/mnt/Fin new Projects/Project 2 - Sun Pharma-Organon MA/06_Visuals/ch4_fig1_synergy_phas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554480"/>
            <a:ext cx="5577840" cy="3027970"/>
          </a:xfrm>
          <a:prstGeom prst="rect">
            <a:avLst/>
          </a:prstGeom>
        </p:spPr>
      </p:pic>
      <p:pic>
        <p:nvPicPr>
          <p:cNvPr id="7" name="Image 1" descr="/sessions/blissful-compassionate-clarke/mnt/Fin new Projects/Project 2 - Sun Pharma-Organon MA/06_Visuals/ch4_fig2_deleverag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554480"/>
            <a:ext cx="5577840" cy="302797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1097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 STRUCTURE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29184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~70% of EV Is Debt Assumed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 Pharma – Organon Acquisition Analysis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0" y="6437376"/>
            <a:ext cx="3959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Educational  ·  10</a:t>
            </a:r>
            <a:endParaRPr lang="en-US" sz="800" dirty="0"/>
          </a:p>
        </p:txBody>
      </p:sp>
      <p:pic>
        <p:nvPicPr>
          <p:cNvPr id="6" name="Image 0" descr="/sessions/blissful-compassionate-clarke/mnt/Fin new Projects/Project 2 - Sun Pharma-Organon MA/06_Visuals/ch5_fig1_ev_bri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554480"/>
            <a:ext cx="5577840" cy="3027970"/>
          </a:xfrm>
          <a:prstGeom prst="rect">
            <a:avLst/>
          </a:prstGeom>
        </p:spPr>
      </p:pic>
      <p:pic>
        <p:nvPicPr>
          <p:cNvPr id="7" name="Image 1" descr="/sessions/blissful-compassionate-clarke/mnt/Fin new Projects/Project 2 - Sun Pharma-Organon MA/06_Visuals/ch5_fig2_sources_us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554480"/>
            <a:ext cx="5577840" cy="302797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1097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29184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Opposite Financial Profiles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 Pharma – Organon Acquisition Analysis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0" y="6437376"/>
            <a:ext cx="3959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Educational  ·  11</a:t>
            </a:r>
            <a:endParaRPr lang="en-US" sz="800" dirty="0"/>
          </a:p>
        </p:txBody>
      </p:sp>
      <p:pic>
        <p:nvPicPr>
          <p:cNvPr id="6" name="Image 0" descr="/sessions/blissful-compassionate-clarke/mnt/Fin new Projects/Project 2 - Sun Pharma-Organon MA/06_Visuals/ch6_fig1_sun_tr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554480"/>
            <a:ext cx="5577840" cy="3027970"/>
          </a:xfrm>
          <a:prstGeom prst="rect">
            <a:avLst/>
          </a:prstGeom>
        </p:spPr>
      </p:pic>
      <p:pic>
        <p:nvPicPr>
          <p:cNvPr id="7" name="Image 1" descr="/sessions/blissful-compassionate-clarke/mnt/Fin new Projects/Project 2 - Sun Pharma-Organon MA/06_Visuals/ch6_fig2_organon_tre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554480"/>
            <a:ext cx="5577840" cy="302797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53949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Sun: ~12% revenue CAGR, margin expanding, net cash.   Organon: flat revenue, stable ~31% margin, heavy debt.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1097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29184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Football Field — Offer at the Low End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 Pharma – Organon Acquisition Analysis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0" y="6437376"/>
            <a:ext cx="3959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Educational  ·  12</a:t>
            </a:r>
            <a:endParaRPr lang="en-US" sz="800" dirty="0"/>
          </a:p>
        </p:txBody>
      </p:sp>
      <p:pic>
        <p:nvPicPr>
          <p:cNvPr id="6" name="Image 0" descr="/sessions/blissful-compassionate-clarke/mnt/Fin new Projects/Project 2 - Sun Pharma-Organon MA/06_Visuals/ch7_fig1_footballf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417320"/>
            <a:ext cx="7589520" cy="41200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321040" y="17373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$16.5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8321040" y="235915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DCF / share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321040" y="29260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$14.00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8321040" y="354787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 / share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321040" y="41148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5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~+18%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8321040" y="473659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value vs offer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321040" y="502920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Fair-to-cheap for Sun; defensible for Organon's board given leverage &amp; decline.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1097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29184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Sensitivity &amp; Comparables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 Pharma – Organon Acquisition Analysis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0" y="6437376"/>
            <a:ext cx="3959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Educational  ·  13</a:t>
            </a:r>
            <a:endParaRPr lang="en-US" sz="800" dirty="0"/>
          </a:p>
        </p:txBody>
      </p:sp>
      <p:pic>
        <p:nvPicPr>
          <p:cNvPr id="6" name="Image 0" descr="/sessions/blissful-compassionate-clarke/mnt/Fin new Projects/Project 2 - Sun Pharma-Organon MA/06_Visuals/ch7_fig2_sensitiv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554480"/>
            <a:ext cx="5577840" cy="3027970"/>
          </a:xfrm>
          <a:prstGeom prst="rect">
            <a:avLst/>
          </a:prstGeom>
        </p:spPr>
      </p:pic>
      <p:pic>
        <p:nvPicPr>
          <p:cNvPr id="7" name="Image 1" descr="/sessions/blissful-compassionate-clarke/mnt/Fin new Projects/Project 2 - Sun Pharma-Organon MA/06_Visuals/ch7_fig3_comp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554480"/>
            <a:ext cx="5577840" cy="302797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1097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MERGER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29184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Materially EPS Accretive — But Leverage-Driven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 Pharma – Organon Acquisition Analysis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0" y="6437376"/>
            <a:ext cx="3959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Educational  ·  14</a:t>
            </a:r>
            <a:endParaRPr lang="en-US" sz="800" dirty="0"/>
          </a:p>
        </p:txBody>
      </p:sp>
      <p:pic>
        <p:nvPicPr>
          <p:cNvPr id="6" name="Image 0" descr="/sessions/blissful-compassionate-clarke/mnt/Fin new Projects/Project 2 - Sun Pharma-Organon MA/06_Visuals/ch8_fig1_accre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554480"/>
            <a:ext cx="5577840" cy="3027970"/>
          </a:xfrm>
          <a:prstGeom prst="rect">
            <a:avLst/>
          </a:prstGeom>
        </p:spPr>
      </p:pic>
      <p:pic>
        <p:nvPicPr>
          <p:cNvPr id="7" name="Image 1" descr="/sessions/blissful-compassionate-clarke/mnt/Fin new Projects/Project 2 - Sun Pharma-Organon MA/06_Visuals/ch8_fig2_eps_bri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554480"/>
            <a:ext cx="5577840" cy="302797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53949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All-cash, no new shares: Organon's earnings yield far exceeds the after-tax cost of debt. Judge on returns &amp; deleveraging, not EPS.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1097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29184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Concentrated, Underwrite-able Risk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 Pharma – Organon Acquisition Analysis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0" y="6437376"/>
            <a:ext cx="3959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Educational  ·  15</a:t>
            </a:r>
            <a:endParaRPr lang="en-US" sz="800" dirty="0"/>
          </a:p>
        </p:txBody>
      </p:sp>
      <p:pic>
        <p:nvPicPr>
          <p:cNvPr id="6" name="Image 0" descr="/sessions/blissful-compassionate-clarke/mnt/Fin new Projects/Project 2 - Sun Pharma-Organon MA/06_Visuals/ch9_fig1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463040"/>
            <a:ext cx="6035040" cy="3276165"/>
          </a:xfrm>
          <a:prstGeom prst="rect">
            <a:avLst/>
          </a:prstGeom>
        </p:spPr>
      </p:pic>
      <p:pic>
        <p:nvPicPr>
          <p:cNvPr id="7" name="Image 1" descr="/sessions/blissful-compassionate-clarke/mnt/Fin new Projects/Project 2 - Sun Pharma-Organon MA/06_Visuals/ch9_fig2_tornad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737360"/>
            <a:ext cx="5394960" cy="292869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1097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29184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vs Price — Proceed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 Pharma – Organon Acquisition Analysis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0" y="6437376"/>
            <a:ext cx="3959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Educational  ·  16</a:t>
            </a:r>
            <a:endParaRPr lang="en-US" sz="800" dirty="0"/>
          </a:p>
        </p:txBody>
      </p:sp>
      <p:pic>
        <p:nvPicPr>
          <p:cNvPr id="6" name="Image 0" descr="/sessions/blissful-compassionate-clarke/mnt/Fin new Projects/Project 2 - Sun Pharma-Organon MA/06_Visuals/ch10_fig1_scenari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463040"/>
            <a:ext cx="6766560" cy="367327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06640" y="1554480"/>
            <a:ext cx="4297680" cy="20116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8" name="Text 5"/>
          <p:cNvSpPr/>
          <p:nvPr/>
        </p:nvSpPr>
        <p:spPr>
          <a:xfrm>
            <a:off x="7589520" y="17373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PROCEED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7589520" y="237744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 on diligence (Nexplanon revenue base) and securing permanent financing at a manageable spread.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406640" y="3840480"/>
            <a:ext cx="42976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and bull cases exceed the $14 offer; only the bear falls below.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from discount to intrinsic worth + synergies + deleveraging.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blissful-compassionate-clarke/mnt/Fin new Projects/Project 2 - Sun Pharma-Organon MA/06_Visuals/logos/su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4840" y="3794760"/>
            <a:ext cx="476860" cy="640080"/>
          </a:xfrm>
          <a:prstGeom prst="rect">
            <a:avLst/>
          </a:prstGeom>
        </p:spPr>
      </p:pic>
      <p:pic>
        <p:nvPicPr>
          <p:cNvPr id="3" name="Image 1" descr="/sessions/blissful-compassionate-clarke/mnt/Fin new Projects/Project 2 - Sun Pharma-Organon MA/06_Visuals/logos/organo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3968496"/>
            <a:ext cx="2592653" cy="40233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23774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Recommendation: PROCEED</a:t>
            </a:r>
            <a:endParaRPr lang="en-US" sz="4000" dirty="0"/>
          </a:p>
        </p:txBody>
      </p:sp>
      <p:sp>
        <p:nvSpPr>
          <p:cNvPr id="5" name="Text 1"/>
          <p:cNvSpPr/>
          <p:nvPr/>
        </p:nvSpPr>
        <p:spPr>
          <a:xfrm>
            <a:off x="640080" y="3291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 Pharma / Organon — $14.00 per share, all-cash, ~$11.75bn EV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BB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prepared for educational purposes only. Analyst estimates; see research report for sources and assumptions.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2026-07-27T09:32:21Z</dcterms:created>
  <dcterms:modified xsi:type="dcterms:W3CDTF">2026-07-27T09:32:21Z</dcterms:modified>
</cp:coreProperties>
</file>